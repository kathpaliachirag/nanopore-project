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186994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TRACK A - DATA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A1F1D"/>
                </a:solidFill>
                <a:latin typeface="Cambria"/>
              </a:rPr>
              <a:t>Six Stages, One Reversal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7615C"/>
                </a:solidFill>
                <a:latin typeface="Calibri"/>
              </a:rPr>
              <a:t>Every number and table behind the briefing, for reference during Q&amp;A. All figures fact-checked against plan_paper/command_log.md and the four process-review docs on 2026-09-01.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28B86"/>
                </a:solidFill>
                <a:latin typeface="Consolas"/>
              </a:rPr>
              <a:t>Since 2026-08-19   ·   49 commits   ·   ~12 days to Sept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Rebaseline - v2.17.1, 3 DB x 5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4411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2616"/>
                <a:gridCol w="1416308"/>
                <a:gridCol w="1652359"/>
                <a:gridCol w="2006436"/>
                <a:gridCol w="2006436"/>
                <a:gridCol w="1180256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3F4F1"/>
                          </a:solidFill>
                          <a:latin typeface="Consolas"/>
                        </a:rPr>
                        <a:t>DB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3F4F1"/>
                          </a:solidFill>
                          <a:latin typeface="Consolas"/>
                        </a:rPr>
                        <a:t>Threads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3F4F1"/>
                          </a:solidFill>
                          <a:latin typeface="Consolas"/>
                        </a:rPr>
                        <a:t>Elapsed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3F4F1"/>
                          </a:solidFill>
                          <a:latin typeface="Consolas"/>
                        </a:rPr>
                        <a:t>Cache-miss%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3F4F1"/>
                          </a:solidFill>
                          <a:latin typeface="Consolas"/>
                        </a:rPr>
                        <a:t>LLC-miss%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3F4F1"/>
                          </a:solidFill>
                          <a:latin typeface="Consolas"/>
                        </a:rPr>
                        <a:t>IPC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sample_targeted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5.110s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6.92%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8.26%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1.98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sample_targeted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0.576s*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14.85%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12.65%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1.75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sample_targeted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0.597s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15.26%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12.96%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standard_8gb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7.208s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88.85%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88.22%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1.82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standard_8gb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4.233s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93.18%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90.47%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1.65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standard_8gb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4.318s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92.32%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89.27%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1.30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pluspf_103gb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78.459s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90.18%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85.52%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pluspf_103gb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51.897s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96.45%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95.59%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1.08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pluspf_103gb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52.150s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96.40%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95.49%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A1F1D"/>
                          </a:solidFill>
                          <a:latin typeface="Consolas"/>
                        </a:rPr>
                        <a:t>1.04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828B86"/>
                </a:solidFill>
                <a:latin typeface="Calibri"/>
              </a:rPr>
              <a:t>* anchor number for all S1-S4 comparisons. Full 15-row table in the .md appendix. 1 run/cell - directional.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Thread-local extension - controlled, interleaved, 3-run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94414" cy="1737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28324"/>
                <a:gridCol w="7766090"/>
              </a:tblGrid>
              <a:tr h="4343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F4F1"/>
                          </a:solidFill>
                          <a:latin typeface="Consolas"/>
                        </a:rPr>
                        <a:t>Database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3F4F1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standard_8gb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LLC-miss flat (&lt;0.7pp), wall-clock within ~2% - noise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pluspf_103gb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62.03s (S0) vs 61.95s (S1) @T=1 - 0.1% diff, noise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sample_targeted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+5-13% wall-clock speedup, no cache-metric change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Verification audit - 5 agents / 3 rounds, 2026-08-26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94414" cy="4160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7553"/>
                <a:gridCol w="4437766"/>
                <a:gridCol w="5769095"/>
              </a:tblGrid>
              <a:tr h="462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Question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Nesting bug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CONCERN FOUND (4/5) - weak practical bite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Correctness argument sound?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CONCERN FOUND (5/5)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“No benefit” real or bug?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CANNOT VERIFY (3/5) - zero instrumentation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Q4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Memory-init cliff diagnosis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CONFIRMED as leading hypothesis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Correctness gap blocking?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CONCERN FOUND (5/5, no dissent)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Q6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v2.1.3-&gt;v2.17.1 version split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CONCERN FOUND (5/5 by round 2)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Pacing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CONCERN FOUND (5/5) - 2nd week missed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Q8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Other risks (8 items)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data-loss precedent, -M unused, stale ledger + 5 more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Fixes tested (standalone binary) + eviction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94415" cy="2468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37766"/>
                <a:gridCol w="6656649"/>
              </a:tblGrid>
              <a:tr h="49377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Check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Outcome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Un-nesting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changed nothing - capacity is the real limit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Real hit rate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standard_8gb 0.403% / others 0.141%, flat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Correctness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byte-identical vs. S0, real committed tree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Eviction (single run, standard_8gb T=1)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RR 0.4035% vs pinned 0.5050% (+25.2%)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262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28B86"/>
                </a:solidFill>
                <a:latin typeface="Calibri"/>
              </a:rPr>
              <a:t>Caveat: pinned entry is 24 bytes vs. round-robin's 16 - not a perfectly isolated variable.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Capacity x eviction matrix (T=1, standard_8gb)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06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8686800" cy="1554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Size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RR hit rate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Pinned hit rate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Pinned gain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4,096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0.4035%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0.5050%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+25.2%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65,536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0.7675%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0.8346%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+8.7%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262,144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1.4229%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1.4843%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+4.3%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15C"/>
                </a:solidFill>
                <a:latin typeface="Calibri"/>
              </a:rPr>
              <a:t>262,144 sets segfaults at 16+ threads (exit 139) - clean at T=1. Different failure mode from the 1,048,576+ slowdown cliff (size sweep: 12.51s vs 0.56s baseline, 22x, on the pre-S3.0 build).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S3/S4 design debate - 5 agents / 3 rounds, 2026-08-27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07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4414" cy="42062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7553"/>
                <a:gridCol w="10206861"/>
              </a:tblGrid>
              <a:tr h="7010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Finding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Q1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Root cause sharpened (NPTL allocate_stack); heap fix != slowdown fix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Q2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105 MiB/socket confirmed, not 210 MiB. f left open (0.1-1.0 range)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Q3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S2Entry=16B zero-pad; pinned=24B (+50%). 0/4 comparators do eviction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Q4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90.7% global reuse vs. near-zero hit rate - metric-definition mismatch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Q5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S4 &gt; S3, unanimous 5/5 - strongest conclusion of the exercise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Sizing formula + two bug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4414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64162"/>
                <a:gridCol w="5547207"/>
                <a:gridCol w="3883045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Step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Fix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Verified result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S3.0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Static array -&gt; heap unique_ptr, lazy init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Crash-free 16/32/96T, tag safe/S3.0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S3.1/S3.2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N_sets(T)=f*105MiB/(4*16B*T), f=0.25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T=1-&gt;262,144; T=96-&gt;4,096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S3.3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Zero sentinels + calloc (lazy OS zero-pages)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See forced-size table below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206240"/>
          <a:ext cx="8961120" cy="1188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40280"/>
                <a:gridCol w="2240280"/>
                <a:gridCol w="2240280"/>
                <a:gridCol w="2240280"/>
              </a:tblGrid>
              <a:tr h="3962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Wall-clock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Cache-miss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3F4F1"/>
                          </a:solidFill>
                          <a:latin typeface="Consolas"/>
                        </a:rPr>
                        <a:t>sys time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OLD (S3.0+3.1/3.2, no S3.3)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1.18s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42.4%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5.1s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NEW (+S3.3)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0.61s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14.7%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1D"/>
                          </a:solidFill>
                          <a:latin typeface="Consolas"/>
                        </a:rPr>
                        <a:t>0.86s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Diagnostic + hash-mix fix (standard_8gb, T=1, 4,096 sets)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09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8778240" cy="914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2926080"/>
                <a:gridCol w="2926080"/>
              </a:tblGrid>
              <a:tr h="304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Old hash (raw mask)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Fixed hash (MurmurHash3)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Hit rate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0.4035%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3.5758% (8.9x)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Occupancy max/mean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225.42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F1D"/>
                          </a:solidFill>
                          <a:latin typeface="Consolas"/>
                        </a:rPr>
                        <a:t>3.95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38328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7615C"/>
                </a:solidFill>
                <a:latin typeface="Calibri"/>
              </a:rPr>
              <a:t>Reuse-distance: 81.3% of repeats land 10,000-1,000,000 lookups apart. Measured on standard_8gb at T=1 only - not yet confirmed to generalize to other DBs or thread 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The reversal (standard_8gb, T=1)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10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8778240" cy="1234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 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Old hash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3F4F1"/>
                          </a:solidFill>
                          <a:latin typeface="Consolas"/>
                        </a:rPr>
                        <a:t>Fixed hash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1A1F1D"/>
                          </a:solidFill>
                          <a:latin typeface="Consolas"/>
                        </a:rPr>
                        <a:t>Round-robin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1A1F1D"/>
                          </a:solidFill>
                          <a:latin typeface="Consolas"/>
                        </a:rPr>
                        <a:t>0.4035%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1A1F1D"/>
                          </a:solidFill>
                          <a:latin typeface="Consolas"/>
                        </a:rPr>
                        <a:t>3.5758%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1A1F1D"/>
                          </a:solidFill>
                          <a:latin typeface="Consolas"/>
                        </a:rPr>
                        <a:t>Pinned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1A1F1D"/>
                          </a:solidFill>
                          <a:latin typeface="Consolas"/>
                        </a:rPr>
                        <a:t>+25.2% relative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1A1F1D"/>
                          </a:solidFill>
                          <a:latin typeface="Consolas"/>
                        </a:rPr>
                        <a:t>-3.9% relative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4290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28B86"/>
                </a:solidFill>
                <a:latin typeface="Calibri"/>
              </a:rPr>
              <a:t>Caveat: pinned entry is 24B vs. round-robin's 16B - a real confound, doesn't undermine the reversal direction.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Track A pivot debate - 7 agents + coordinator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94414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6609"/>
                <a:gridCol w="8653643"/>
                <a:gridCol w="1664162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3F4F1"/>
                          </a:solidFill>
                          <a:latin typeface="Consolas"/>
                        </a:rPr>
                        <a:t>Conf.</a:t>
                      </a:r>
                    </a:p>
                  </a:txBody>
                  <a:tcPr marL="73152" marR="73152" marT="18288" marB="18288" anchor="ctr">
                    <a:solidFill>
                      <a:srgbClr val="1A1F1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No large-scale eviction algo fits at n=4. Pseudo-LRU + admission control worth trying.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Q2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One bounded re-sweep worth it; no wall-clock payoff expected.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7/7: pivot to prefetch as addition, 2-3 day bounded spike.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High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Q4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Real 3-way disagreement on pace + overriding sequencing call.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Med</a:t>
                      </a:r>
                    </a:p>
                  </a:txBody>
                  <a:tcPr marL="73152" marR="73152" marT="18288" marB="18288" anchor="ctr">
                    <a:solidFill>
                      <a:srgbClr val="F3F4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Q5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Stale CLAUDE.md claim caught; May-2026 go/no-go gate never checked.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F1D"/>
                          </a:solidFill>
                          <a:latin typeface="Consolas"/>
                        </a:rPr>
                        <a:t>Med-Hi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TRACK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Two-thesis strategy debate, 2026-08-30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~12 days remaining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as of today, Sept 13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B2 doesn't need B1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, confirmed at source level (separate code paths in Get()).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16936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B1's real cost: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second_hash() hardcoded to return 1 - needs a real function + full DB rebuild.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ESKAPE ceiling: 4 of 6 species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, structural.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7024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No Meeting 12 record exists.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PLAN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week5plan.md / week6plan.md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S1/S2 landed as planned.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S3 landed ~1 week late. B1: zero commits.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S3.3 shipped as a different mechanism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than planned (real bug fix, not the planned diagnostic).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36392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S4 diverged most: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an unplanned diagnostic (S4.0) found the hash bug before S4.1 was written, reversing the planned sequence's basis.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S5.0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1028" y="987552"/>
            <a:ext cx="1132027" cy="292608"/>
          </a:xfrm>
          <a:prstGeom prst="roundRect">
            <a:avLst>
              <a:gd name="adj" fmla="val 50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9C7A1E"/>
                </a:solidFill>
                <a:latin typeface="Consolas"/>
              </a:rPr>
              <a:t>NOT YET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600" b="1" i="0">
                <a:solidFill>
                  <a:srgbClr val="1A1F1D"/>
                </a:solidFill>
                <a:latin typeface="Calibri"/>
              </a:rPr>
              <a:t>Patch + full sweep script both committed.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600" b="1" i="0">
                <a:solidFill>
                  <a:srgbClr val="1A1F1D"/>
                </a:solidFill>
                <a:latin typeface="Calibri"/>
              </a:rPr>
              <a:t>No results file exists anywhere in the repo</a:t>
            </a:r>
            <a:r>
              <a:rPr sz="1600" b="0" i="0">
                <a:solidFill>
                  <a:srgbClr val="1A1F1D"/>
                </a:solidFill>
                <a:latin typeface="Calibri"/>
              </a:rPr>
              <a:t> - confirmed by direct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600" b="1" i="0">
                <a:solidFill>
                  <a:srgbClr val="1A1F1D"/>
                </a:solidFill>
                <a:latin typeface="Calibri"/>
              </a:rPr>
              <a:t>B = 1, 4, 8, 16, 32</a:t>
            </a:r>
            <a:r>
              <a:rPr sz="1600" b="0" i="0">
                <a:solidFill>
                  <a:srgbClr val="1A1F1D"/>
                </a:solidFill>
                <a:latin typeface="Calibri"/>
              </a:rPr>
              <a:t> (Suthar's tested points; B=1 = verified stock-equivalent baseline).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54406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0827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F1D"/>
                </a:solidFill>
                <a:latin typeface="Cambria"/>
              </a:rPr>
              <a:t>Known open caveats - don't overstate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f=0.25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in the S3 sizing formula is a placeholder, not empirically tuned.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S2's nesting bug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is tested-and-ruled-out but not actually merged out of the committed tree.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36392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The 81% reuse-distance figure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and the pinning confound are both standard_8gb/T=1-specific.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22776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7C68"/>
                </a:solidFill>
                <a:latin typeface="Consolas"/>
              </a:rPr>
              <a:t>→  </a:t>
            </a:r>
            <a:r>
              <a:rPr sz="1550" b="1" i="0">
                <a:solidFill>
                  <a:srgbClr val="1A1F1D"/>
                </a:solidFill>
                <a:latin typeface="Calibri"/>
              </a:rPr>
              <a:t>A provenance flag</a:t>
            </a:r>
            <a:r>
              <a:rPr sz="1550" b="0" i="0">
                <a:solidFill>
                  <a:srgbClr val="1A1F1D"/>
                </a:solidFill>
                <a:latin typeface="Calibri"/>
              </a:rPr>
              <a:t> on 2026-08-30's claimed work volume - not yet spot-checked.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548640" y="2784348"/>
            <a:ext cx="82296" cy="82296"/>
          </a:xfrm>
          <a:prstGeom prst="diamond">
            <a:avLst/>
          </a:prstGeom>
          <a:solidFill>
            <a:srgbClr val="0E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0"/>
            <a:ext cx="10893247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68"/>
                </a:solidFill>
                <a:latin typeface="Consolas"/>
              </a:rPr>
              <a:t>TRACK A - DATA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5468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F1D"/>
                </a:solidFill>
                <a:latin typeface="Cambria"/>
              </a:rPr>
              <a:t>End of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8B86"/>
                </a:solidFill>
                <a:latin typeface="Consolas"/>
              </a:rPr>
              <a:t>Full briefing: track_a_progress_2026-09-02  ·  Recap: track_a_1pager_2026-09-02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DATA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28B86"/>
                </a:solidFill>
                <a:latin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